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SAP Fiori Elements com OData V4  ·  Aula 11 de 11 — Deploy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SAP Fiori Elements com OData V4  ·  Aula 11 de 11 — Deploy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AULA 11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Deploy de um app Fiori elements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Configuração de deploy com SAP Fiori tools, os destinos possíveis, o launchpad e o acesso dos usuários.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11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03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2" name="Text 50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11</a:t>
            </a:r>
            <a:endParaRPr lang="en-US" sz="1260" dirty="0"/>
          </a:p>
        </p:txBody>
      </p:sp>
      <p:sp>
        <p:nvSpPr>
          <p:cNvPr id="57" name="Text 55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8231429" y="486460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231429" y="486460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publicamos o Manage Travels no SAP BTP, abrimos o app fora da IDE e vemos como ele chega ao usuário final.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Para onde vai o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000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ABAP repository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App vira um </a:t>
            </a:r>
            <a:r>
              <a:rPr lang="en-US" sz="1350" b="1" dirty="0">
                <a:solidFill>
                  <a:srgbClr val="1D2D3E"/>
                </a:solidFill>
              </a:rPr>
              <a:t>BSP</a:t>
            </a:r>
            <a:r>
              <a:rPr lang="en-US" sz="1350" dirty="0">
                <a:solidFill>
                  <a:srgbClr val="1D2D3E"/>
                </a:solidFill>
              </a:rPr>
              <a:t> no sistema ABAP (BTP ABAP env ou S/4HANA)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Configuração em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r>
              <a:rPr lang="en-US" sz="1350" dirty="0">
                <a:solidFill>
                  <a:srgbClr val="1D2D3E"/>
                </a:solidFill>
              </a:rPr>
              <a:t>, tarefa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deploy-to-abap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Launchpad do próprio sistema ABAP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31000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SAP BTP, Cloud Foundry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Arquivo </a:t>
            </a:r>
            <a:r>
              <a:rPr lang="en-US" sz="1350" b="1" dirty="0">
                <a:solidFill>
                  <a:srgbClr val="1D2D3E"/>
                </a:solidFill>
              </a:rPr>
              <a:t>MTA</a:t>
            </a:r>
            <a:r>
              <a:rPr lang="en-US" sz="1350" dirty="0">
                <a:solidFill>
                  <a:srgbClr val="1D2D3E"/>
                </a:solidFill>
              </a:rPr>
              <a:t> (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mta.yaml</a:t>
            </a:r>
            <a:r>
              <a:rPr lang="en-US" sz="1350" dirty="0">
                <a:solidFill>
                  <a:srgbClr val="1D2D3E"/>
                </a:solidFill>
              </a:rPr>
              <a:t>) publicado no HTML5 Application Repository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Usado no exercício do curso, após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login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Acesso pelo cockpit ou pelo </a:t>
            </a:r>
            <a:r>
              <a:rPr lang="en-US" sz="1350" b="1" dirty="0">
                <a:solidFill>
                  <a:srgbClr val="1D2D3E"/>
                </a:solidFill>
              </a:rPr>
              <a:t>SAP Build Work Zone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41189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41189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Mesmo comando  </a:t>
            </a:r>
            <a:r>
              <a:rPr lang="en-US" sz="1200" dirty="0">
                <a:solidFill>
                  <a:srgbClr val="1D2D3E"/>
                </a:solidFill>
              </a:rPr>
              <a:t>em ambos, o </a:t>
            </a:r>
            <a:r>
              <a:rPr lang="en-US" sz="1200" i="1" dirty="0">
                <a:solidFill>
                  <a:srgbClr val="1D2D3E"/>
                </a:solidFill>
              </a:rPr>
              <a:t>deploy configuration</a:t>
            </a:r>
            <a:r>
              <a:rPr lang="en-US" sz="1200" dirty="0">
                <a:solidFill>
                  <a:srgbClr val="1D2D3E"/>
                </a:solidFill>
              </a:rPr>
              <a:t> das Fiori tools gera os arquivos e scripts; o app não muda.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84907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684907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69205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03.11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Fazendo o deploy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Deploy = empacotar o app (minificado, com cache busting) e publicá-lo num repositório de onde o launchpad o carrega.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login</a:t>
            </a:r>
            <a:r>
              <a:rPr lang="en-US" sz="1000" dirty="0">
                <a:solidFill>
                  <a:srgbClr val="D1EFFF"/>
                </a:solidFill>
              </a:rPr>
              <a:t>  conectar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config</a:t>
            </a:r>
            <a:r>
              <a:rPr lang="en-US" sz="1000" dirty="0">
                <a:solidFill>
                  <a:srgbClr val="D1EFFF"/>
                </a:solidFill>
              </a:rPr>
              <a:t>  gerar arquivos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r>
              <a:rPr lang="en-US" sz="1000" dirty="0">
                <a:solidFill>
                  <a:srgbClr val="D1EFFF"/>
                </a:solidFill>
              </a:rPr>
              <a:t>  MTA ou dist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r>
              <a:rPr lang="en-US" sz="1000" dirty="0">
                <a:solidFill>
                  <a:srgbClr val="D1EFFF"/>
                </a:solidFill>
              </a:rPr>
              <a:t>  publicar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DEPLOY · EXERCÍCIO DO CURSO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projeto ao app publicado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Login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CF: Login to Cloud Foundry</a:t>
            </a:r>
            <a:r>
              <a:rPr lang="en-US" sz="1150" dirty="0">
                <a:solidFill>
                  <a:srgbClr val="556B82"/>
                </a:solidFill>
              </a:rPr>
              <a:t> na command palette do BAS.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Configurar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56B82"/>
                </a:solidFill>
              </a:rPr>
              <a:t>Add Deployment Configuration</a:t>
            </a:r>
            <a:r>
              <a:rPr lang="en-US" sz="1150" dirty="0">
                <a:solidFill>
                  <a:srgbClr val="556B82"/>
                </a:solidFill>
              </a:rPr>
              <a:t> gera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mta.yaml</a:t>
            </a:r>
            <a:r>
              <a:rPr lang="en-US" sz="1150" dirty="0">
                <a:solidFill>
                  <a:srgbClr val="556B82"/>
                </a:solidFill>
              </a:rPr>
              <a:t> e os scripts de build e deploy.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Empacotar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56B82"/>
                </a:solidFill>
              </a:rPr>
              <a:t>Build MTA Project</a:t>
            </a:r>
            <a:r>
              <a:rPr lang="en-US" sz="1150" dirty="0">
                <a:solidFill>
                  <a:srgbClr val="556B82"/>
                </a:solidFill>
              </a:rPr>
              <a:t> cria o arquivo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.mtar</a:t>
            </a:r>
            <a:r>
              <a:rPr lang="en-US" sz="1150" dirty="0">
                <a:solidFill>
                  <a:srgbClr val="556B82"/>
                </a:solidFill>
              </a:rPr>
              <a:t> com o app.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Publicar e abrir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56B82"/>
                </a:solidFill>
              </a:rPr>
              <a:t>Deploy MTA Archive</a:t>
            </a:r>
            <a:r>
              <a:rPr lang="en-US" sz="1150" dirty="0">
                <a:solidFill>
                  <a:srgbClr val="556B82"/>
                </a:solidFill>
              </a:rPr>
              <a:t> e, depois, abrir o app pelo cockpit do BTP.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Antes de publicar  </a:t>
            </a:r>
            <a:r>
              <a:rPr lang="en-US" sz="1200" dirty="0">
                <a:solidFill>
                  <a:srgbClr val="1D2D3E"/>
                </a:solidFill>
              </a:rPr>
              <a:t>rode o preview com dados reais, confira 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200" dirty="0">
                <a:solidFill>
                  <a:srgbClr val="1D2D3E"/>
                </a:solidFill>
              </a:rPr>
              <a:t> e trate os avisos do build.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DEPLOY · DESTINO ABAP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configuração de deploy para o ABAP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ui5-deploy.yaml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travels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specVersion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"3.1"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customTasks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deploy-to-abap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afterTask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generateCachebusterInfo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ondemand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ZFE_TRAVELS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ZFE_TRAVEL_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deploy-to-abap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Tarefa das Fiori tools que envia o app ao repositório ABAP.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scp: true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destino é um ABAP environment na nuvem (BTP).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app.name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Nome do BSP; deve seguir o namespace do cliente (Z/Y).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Pacote e ordem de transporte, como qualquer objeto ABAP.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03.11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Launchpad e acesso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app publicado ainda precisa de um </a:t>
            </a:r>
            <a:r>
              <a:rPr lang="en-US" sz="1600" b="1" dirty="0">
                <a:solidFill>
                  <a:srgbClr val="D1EFFF"/>
                </a:solidFill>
              </a:rPr>
              <a:t>tile</a:t>
            </a:r>
            <a:r>
              <a:rPr lang="en-US" sz="1600" dirty="0">
                <a:solidFill>
                  <a:srgbClr val="D1EFFF"/>
                </a:solidFill>
              </a:rPr>
              <a:t> no launchpad e de </a:t>
            </a:r>
            <a:r>
              <a:rPr lang="en-US" sz="1600" b="1" dirty="0">
                <a:solidFill>
                  <a:srgbClr val="D1EFFF"/>
                </a:solidFill>
              </a:rPr>
              <a:t>autorização</a:t>
            </a:r>
            <a:r>
              <a:rPr lang="en-US" sz="1600" dirty="0">
                <a:solidFill>
                  <a:srgbClr val="D1EFFF"/>
                </a:solidFill>
              </a:rPr>
              <a:t> para os usuários certos.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FLP config</a:t>
            </a:r>
            <a:r>
              <a:rPr lang="en-US" sz="1000" dirty="0">
                <a:solidFill>
                  <a:srgbClr val="D1EFFF"/>
                </a:solidFill>
              </a:rPr>
              <a:t>  intent e tile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 app</a:t>
            </a:r>
            <a:r>
              <a:rPr lang="en-US" sz="1000" dirty="0">
                <a:solidFill>
                  <a:srgbClr val="D1EFFF"/>
                </a:solidFill>
              </a:rPr>
              <a:t>  app + serviço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catalog</a:t>
            </a:r>
            <a:r>
              <a:rPr lang="en-US" sz="1000" dirty="0">
                <a:solidFill>
                  <a:srgbClr val="D1EFFF"/>
                </a:solidFill>
              </a:rPr>
              <a:t>  agrupamento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role</a:t>
            </a:r>
            <a:r>
              <a:rPr lang="en-US" sz="1000" dirty="0">
                <a:solidFill>
                  <a:srgbClr val="D1EFFF"/>
                </a:solidFill>
              </a:rPr>
              <a:t>  usuários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ACESSO · BTP ABAP ENVIRONMENT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app ao usuário com IAM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FLP config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Semantic object, action e título do tile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IAM App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Liga o app ao serviço e autorizações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Business Catalog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Agrupa IAM apps relacionados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Business Role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Catálogos atribuídos aos usuários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Intent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configuração FLP define a intent,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#Travel-manage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Serviço autorizado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IAM app inclui o serviço OData; sem ele, o app abre sem dados.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No S/4HANA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Mesma ideia com catálogos técnicos e de negócio e roles na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PFCG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ACESSO · PROCESSO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Deploy manual ou CI/CD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67576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Manual pelas tools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Rápido para aprender e testar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Depende de quem roda o comando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Usado nos exercícios do curso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67576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CI/CD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Pipeline a cada mudança no Git (ex.: SAP Continuous Integration and Delivery)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Build, testes e deploy repetíveis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Recomendado para times e produção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050667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05066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03.11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Deploy publica o app empacotado num </a:t>
            </a:r>
            <a:r>
              <a:rPr lang="en-US" sz="1400" b="1" dirty="0">
                <a:solidFill>
                  <a:srgbClr val="FFFFFF"/>
                </a:solidFill>
              </a:rPr>
              <a:t>repositório</a:t>
            </a:r>
            <a:r>
              <a:rPr lang="en-US" sz="1400" dirty="0">
                <a:solidFill>
                  <a:srgbClr val="FFFFFF"/>
                </a:solidFill>
              </a:rPr>
              <a:t>: ABAP ou HTML5 no Cloud Foundry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As Fiori tools geram a configuração: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mta.yaml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curso: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login</a:t>
            </a:r>
            <a:r>
              <a:rPr lang="en-US" sz="1400" dirty="0">
                <a:solidFill>
                  <a:srgbClr val="FFFFFF"/>
                </a:solidFill>
              </a:rPr>
              <a:t>, deployment configuration, </a:t>
            </a:r>
            <a:r>
              <a:rPr lang="en-US" sz="1400" b="1" dirty="0">
                <a:solidFill>
                  <a:srgbClr val="FFFFFF"/>
                </a:solidFill>
              </a:rPr>
              <a:t>MTA build</a:t>
            </a:r>
            <a:r>
              <a:rPr lang="en-US" sz="1400" dirty="0">
                <a:solidFill>
                  <a:srgbClr val="FFFFFF"/>
                </a:solidFill>
              </a:rPr>
              <a:t> e deploy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destino ABAP vira um </a:t>
            </a:r>
            <a:r>
              <a:rPr lang="en-US" sz="1400" b="1" dirty="0">
                <a:solidFill>
                  <a:srgbClr val="FFFFFF"/>
                </a:solidFill>
              </a:rPr>
              <a:t>BSP</a:t>
            </a:r>
            <a:r>
              <a:rPr lang="en-US" sz="1400" dirty="0">
                <a:solidFill>
                  <a:srgbClr val="FFFFFF"/>
                </a:solidFill>
              </a:rPr>
              <a:t> com pacote e transporte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Usuários acessam por </a:t>
            </a:r>
            <a:r>
              <a:rPr lang="en-US" sz="1400" b="1" dirty="0">
                <a:solidFill>
                  <a:srgbClr val="FFFFFF"/>
                </a:solidFill>
              </a:rPr>
              <a:t>tile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IAM app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business catalog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business role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Deploy manual para aprender; </a:t>
            </a:r>
            <a:r>
              <a:rPr lang="en-US" sz="1400" b="1" dirty="0">
                <a:solidFill>
                  <a:srgbClr val="FFFFFF"/>
                </a:solidFill>
              </a:rPr>
              <a:t>CI/CD</a:t>
            </a:r>
            <a:r>
              <a:rPr lang="en-US" sz="1400" dirty="0">
                <a:solidFill>
                  <a:srgbClr val="FFFFFF"/>
                </a:solidFill>
              </a:rPr>
              <a:t> para times e produção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Fim do módulo  </a:t>
            </a:r>
            <a:r>
              <a:rPr lang="en-US" sz="1500" dirty="0">
                <a:solidFill>
                  <a:srgbClr val="FFFFFF"/>
                </a:solidFill>
              </a:rPr>
              <a:t>Revise a visão geral 03.00 e recrie o Manage Travels do zero no seu trial.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03.11 Deploy de um app Fiori elements</dc:title>
  <dc:subject>ABAP Moderno – Módulo 03: SAP Fiori Elements com OData V4</dc:subject>
  <dc:creator>Adriano Bispo</dc:creator>
  <cp:lastModifiedBy>Adriano Bispo</cp:lastModifiedBy>
  <cp:revision>1</cp:revision>
  <dcterms:created xsi:type="dcterms:W3CDTF">2026-10-29T01:41:59Z</dcterms:created>
  <dcterms:modified xsi:type="dcterms:W3CDTF">2026-10-29T01:41:59Z</dcterms:modified>
</cp:coreProperties>
</file>