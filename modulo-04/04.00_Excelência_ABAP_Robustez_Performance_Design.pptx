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Programação ABAP Intermediária  ·  Visão geral do módulo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Programação ABAP Intermediária  ·  Visão geral do módulo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VISÃO GERAL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Excelência em ABAP: robustez, performance e design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Visão geral do módulo 04: as práticas que transformam código que funciona em código confiável, rápido e fácil de manter.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9 aulas neste módulo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Nove aulas, do teste à documentação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Base oficial  </a:t>
            </a:r>
            <a:r>
              <a:rPr lang="en-US" sz="1200" dirty="0">
                <a:solidFill>
                  <a:srgbClr val="1D2D3E"/>
                </a:solidFill>
              </a:rPr>
              <a:t>o módulo segue o curso </a:t>
            </a:r>
            <a:r>
              <a:rPr lang="en-US" sz="1200" b="1" dirty="0">
                <a:solidFill>
                  <a:srgbClr val="1D2D3E"/>
                </a:solidFill>
              </a:rPr>
              <a:t>Deepening Your ABAP Programming Knowledge (S4D401)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módulo em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9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Aulas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qualidade, dados, segurança e design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2536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Curso oficial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SAP Learning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6432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7600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~23 h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97600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Carga do curso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lições e exercícios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20327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1495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S4D400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Pré-requisito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módulo 01 deste guia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Onde ele entra na jornada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Na ordem recomendada </a:t>
            </a:r>
            <a:r>
              <a:rPr lang="en-US" sz="1200" b="1" dirty="0">
                <a:solidFill>
                  <a:srgbClr val="556B82"/>
                </a:solidFill>
              </a:rPr>
              <a:t>01 → 04 → 02 → 05</a:t>
            </a:r>
            <a:r>
              <a:rPr lang="en-US" sz="1200" dirty="0">
                <a:solidFill>
                  <a:srgbClr val="556B82"/>
                </a:solidFill>
              </a:rPr>
              <a:t>, este é o segundo módulo. Ele aprofunda a linguagem antes da modelagem de dados com Dicionário e CDS, que depende destes temas.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77640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ATC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93762" y="3977640"/>
            <a:ext cx="1181405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93762" y="3977640"/>
            <a:ext cx="11814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Unit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12326" y="3977640"/>
            <a:ext cx="206654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12326" y="397764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Profiler · SQL Trace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416552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416552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Code pushdown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98434" y="4416552"/>
            <a:ext cx="1744675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98434" y="4416552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Tabelas internas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855464"/>
            <a:ext cx="1422806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855464"/>
            <a:ext cx="14228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Autorizações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17966" y="4855464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7966" y="4855464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OO · Exceções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58400" y="4855464"/>
            <a:ext cx="1100938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0" y="4855464"/>
            <a:ext cx="110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ABAP Doc</a:t>
            </a:r>
            <a:endParaRPr lang="en-US" sz="10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04 · VISÃO GERAL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Três pilares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As aulas se agrupam em </a:t>
            </a:r>
            <a:r>
              <a:rPr lang="en-US" sz="1600" b="1" dirty="0">
                <a:solidFill>
                  <a:srgbClr val="D1EFFF"/>
                </a:solidFill>
              </a:rPr>
              <a:t>robustez</a:t>
            </a:r>
            <a:r>
              <a:rPr lang="en-US" sz="1600" dirty="0">
                <a:solidFill>
                  <a:srgbClr val="D1EFFF"/>
                </a:solidFill>
              </a:rPr>
              <a:t> (testes, tipos, exceções), </a:t>
            </a:r>
            <a:r>
              <a:rPr lang="en-US" sz="1600" b="1" dirty="0">
                <a:solidFill>
                  <a:srgbClr val="D1EFFF"/>
                </a:solidFill>
              </a:rPr>
              <a:t>performance</a:t>
            </a:r>
            <a:r>
              <a:rPr lang="en-US" sz="1600" dirty="0">
                <a:solidFill>
                  <a:srgbClr val="D1EFFF"/>
                </a:solidFill>
              </a:rPr>
              <a:t> (SQL e tabelas) e </a:t>
            </a:r>
            <a:r>
              <a:rPr lang="en-US" sz="1600" b="1" dirty="0">
                <a:solidFill>
                  <a:srgbClr val="D1EFFF"/>
                </a:solidFill>
              </a:rPr>
              <a:t>design</a:t>
            </a:r>
            <a:r>
              <a:rPr lang="en-US" sz="1600" dirty="0">
                <a:solidFill>
                  <a:srgbClr val="D1EFFF"/>
                </a:solidFill>
              </a:rPr>
              <a:t> (OO, segurança e documentação).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1837944"/>
          </a:xfrm>
          <a:prstGeom prst="roundRect">
            <a:avLst>
              <a:gd name="adj" fmla="val 497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Robustez</a:t>
            </a:r>
            <a:r>
              <a:rPr lang="en-US" sz="1000" dirty="0">
                <a:solidFill>
                  <a:srgbClr val="D1EFFF"/>
                </a:solidFill>
              </a:rPr>
              <a:t>  04.01 · 04.02 · 04.08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r>
              <a:rPr lang="en-US" sz="1000" dirty="0">
                <a:solidFill>
                  <a:srgbClr val="D1EFFF"/>
                </a:solidFill>
              </a:rPr>
              <a:t>  04.04 · 04.05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r>
              <a:rPr lang="en-US" sz="1000" dirty="0">
                <a:solidFill>
                  <a:srgbClr val="D1EFFF"/>
                </a:solidFill>
              </a:rPr>
              <a:t>  04.03 · 04.06 · 04.07 · 04.09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PILARES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cada grupo de aulas entrega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2619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1378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17291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Robustez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ATC e testes ABAP Unit (04.01)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Tipos e conversões sem surpresas (04.02)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Exceções da aplicação (04.08)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12619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1378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17291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Performance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Profiler e SQL Trace (04.01)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Code pushdown no ABAP SQL (04.04)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Tabelas sorted, hashed e chaves secundárias (04.05)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12619"/>
            <a:ext cx="3545738" cy="2992882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1378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17291"/>
            <a:ext cx="3143402" cy="207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Design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Textos traduzíveis (04.03)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Autorizações (04.06)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Herança, interfaces e factories (04.07)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B82"/>
                </a:solidFill>
              </a:rPr>
              <a:t>ABAP Doc (04.09)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14371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2714371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271437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UM GOSTINHO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método curto que usa vários pilares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23113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23113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zcl_04_flights.clas.abap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ZCL_04_FLIGHTS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Free seats per carrier, read from the protected view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@raising zcx_04_failed | Carrier not found or not authorized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free_seats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zcx_04_failed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free_seats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/dmo/i_flight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MaximumSeats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OccupiedSeats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zcx_04_failed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ABAP Doc · 04.09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contrato do método aparece no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Code pushdown · 04.04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soma é feita no banco; só um número volta.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Autorização · 04.06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view com access control só devolve o permitido.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Exceção · 04.08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exceção da aplicação explica a falha.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DO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este módulo vai ensinar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Checar e testar o código com </a:t>
            </a:r>
            <a:r>
              <a:rPr lang="en-US" sz="1400" b="1" dirty="0">
                <a:solidFill>
                  <a:srgbClr val="FFFFFF"/>
                </a:solidFill>
              </a:rPr>
              <a:t>ATC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ABAP Unit</a:t>
            </a:r>
            <a:r>
              <a:rPr lang="en-US" sz="1400" dirty="0">
                <a:solidFill>
                  <a:srgbClr val="FFFFFF"/>
                </a:solidFill>
              </a:rPr>
              <a:t> e o </a:t>
            </a:r>
            <a:r>
              <a:rPr lang="en-US" sz="1400" b="1" dirty="0">
                <a:solidFill>
                  <a:srgbClr val="FFFFFF"/>
                </a:solidFill>
              </a:rPr>
              <a:t>Joule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Medir com </a:t>
            </a:r>
            <a:r>
              <a:rPr lang="en-US" sz="1400" b="1" dirty="0">
                <a:solidFill>
                  <a:srgbClr val="FFFFFF"/>
                </a:solidFill>
              </a:rPr>
              <a:t>ABAP Profiler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SQL Trace</a:t>
            </a:r>
            <a:r>
              <a:rPr lang="en-US" sz="1400" dirty="0">
                <a:solidFill>
                  <a:srgbClr val="FFFFFF"/>
                </a:solidFill>
              </a:rPr>
              <a:t> e escolher </a:t>
            </a:r>
            <a:r>
              <a:rPr lang="en-US" sz="1400" b="1" dirty="0">
                <a:solidFill>
                  <a:srgbClr val="FFFFFF"/>
                </a:solidFill>
              </a:rPr>
              <a:t>tipos</a:t>
            </a:r>
            <a:r>
              <a:rPr lang="en-US" sz="1400" dirty="0">
                <a:solidFill>
                  <a:srgbClr val="FFFFFF"/>
                </a:solidFill>
              </a:rPr>
              <a:t> sem armadilhas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Processar textos com funções, </a:t>
            </a:r>
            <a:r>
              <a:rPr lang="en-US" sz="1400" b="1" dirty="0">
                <a:solidFill>
                  <a:srgbClr val="FFFFFF"/>
                </a:solidFill>
              </a:rPr>
              <a:t>regex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text symbols</a:t>
            </a:r>
            <a:r>
              <a:rPr lang="en-US" sz="1400" dirty="0">
                <a:solidFill>
                  <a:srgbClr val="FFFFFF"/>
                </a:solidFill>
              </a:rPr>
              <a:t> traduzíveis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Levar cálculos ao banco e acelerar </a:t>
            </a:r>
            <a:r>
              <a:rPr lang="en-US" sz="1400" b="1" dirty="0">
                <a:solidFill>
                  <a:srgbClr val="FFFFFF"/>
                </a:solidFill>
              </a:rPr>
              <a:t>tabelas internas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Proteger dados com </a:t>
            </a:r>
            <a:r>
              <a:rPr lang="en-US" sz="1400" b="1" dirty="0">
                <a:solidFill>
                  <a:srgbClr val="FFFFFF"/>
                </a:solidFill>
              </a:rPr>
              <a:t>CDS access controls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AUTHORITY-CHECK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Projetar com </a:t>
            </a:r>
            <a:r>
              <a:rPr lang="en-US" sz="1400" b="1" dirty="0">
                <a:solidFill>
                  <a:srgbClr val="FFFFFF"/>
                </a:solidFill>
              </a:rPr>
              <a:t>herança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interfaces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exceções</a:t>
            </a:r>
            <a:r>
              <a:rPr lang="en-US" sz="1400" dirty="0">
                <a:solidFill>
                  <a:srgbClr val="FFFFFF"/>
                </a:solidFill>
              </a:rPr>
              <a:t> e documentar com </a:t>
            </a:r>
            <a:r>
              <a:rPr lang="en-US" sz="1400" b="1" dirty="0">
                <a:solidFill>
                  <a:srgbClr val="FFFFFF"/>
                </a:solidFill>
              </a:rPr>
              <a:t>ABAP Doc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04.01  </a:t>
            </a:r>
            <a:r>
              <a:rPr lang="en-US" sz="1500" dirty="0">
                <a:solidFill>
                  <a:srgbClr val="FFFFFF"/>
                </a:solidFill>
              </a:rPr>
              <a:t>Analisar e testar código: ATC, ABAP Unit, Profiling e SQL Trace.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04.00 Excelência em ABAP: robustez, performance e design</dc:title>
  <dc:subject>ABAP Moderno – Módulo 04: Programação ABAP Intermediária</dc:subject>
  <dc:creator>Adriano Bispo</dc:creator>
  <cp:lastModifiedBy>Adriano Bispo</cp:lastModifiedBy>
  <cp:revision>1</cp:revision>
  <dcterms:created xsi:type="dcterms:W3CDTF">2026-10-29T01:23:05Z</dcterms:created>
  <dcterms:modified xsi:type="dcterms:W3CDTF">2026-10-29T01:23:05Z</dcterms:modified>
</cp:coreProperties>
</file>