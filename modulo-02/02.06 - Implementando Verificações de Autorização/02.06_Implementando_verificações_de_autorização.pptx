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Aula 6 de 9 — Autorizações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Aula 6 de 9 — Autorizações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06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Implementando verificações de autorização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conceito de autorização do ABAP, o filtro automático com CDS access controls e a checagem explícita com AUTHORITY-CHECK.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88720" y="390448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88720" y="390448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impedimos que o programa mostre companhias aéreas que o usuário não pode ver e distinguimos "não existe" de "não autorizado".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Por que o ABAP precisa checar autorizações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interface de banco se conecta com </a:t>
            </a:r>
            <a:r>
              <a:rPr lang="en-US" sz="1400" b="1" dirty="0">
                <a:solidFill>
                  <a:srgbClr val="556B82"/>
                </a:solidFill>
              </a:rPr>
              <a:t>um usuário técnico que pode tudo</a:t>
            </a:r>
            <a:r>
              <a:rPr lang="en-US" sz="1400" dirty="0">
                <a:solidFill>
                  <a:srgbClr val="556B82"/>
                </a:solidFill>
              </a:rPr>
              <a:t>. Quem limita o usuário de negócio é o próprio ABAP.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Usuário de negócio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Tem papéis com autorizações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Aplicação ABAP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Checa a autorização antes de ler ou gravar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Interface de BD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Conecta com um usuário técnico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76500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44F00"/>
                </a:solidFill>
              </a:rPr>
              <a:t>Banco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Executa qualquer instrução recebida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Leitura: CDS access control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Filtra automaticamente as linhas que o usuário pode ver, sem como contornar.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Escrita: AUTHORITY-CHECK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Checagem explícita antes de criar, alterar ou apagar. O desenvolvedor decide o que fazer.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modelo de autorização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Autorizações são </a:t>
            </a:r>
            <a:r>
              <a:rPr lang="en-US" sz="1600" b="1" dirty="0">
                <a:solidFill>
                  <a:srgbClr val="D1EFFF"/>
                </a:solidFill>
              </a:rPr>
              <a:t>valores permitidos</a:t>
            </a:r>
            <a:r>
              <a:rPr lang="en-US" sz="1600" dirty="0">
                <a:solidFill>
                  <a:srgbClr val="D1EFFF"/>
                </a:solidFill>
              </a:rPr>
              <a:t> para os campos de um </a:t>
            </a:r>
            <a:r>
              <a:rPr lang="en-US" sz="1600" b="1" dirty="0">
                <a:solidFill>
                  <a:srgbClr val="D1EFFF"/>
                </a:solidFill>
              </a:rPr>
              <a:t>objeto de autorização</a:t>
            </a:r>
            <a:r>
              <a:rPr lang="en-US" sz="1600" dirty="0">
                <a:solidFill>
                  <a:srgbClr val="D1EFFF"/>
                </a:solidFill>
              </a:rPr>
              <a:t>, entregues ao usuário por papéis.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object</a:t>
            </a:r>
            <a:r>
              <a:rPr lang="en-US" sz="1000" dirty="0">
                <a:solidFill>
                  <a:srgbClr val="D1EFFF"/>
                </a:solidFill>
              </a:rPr>
              <a:t>  ex.: /DMO/TRVL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field</a:t>
            </a:r>
            <a:r>
              <a:rPr lang="en-US" sz="1000" dirty="0">
                <a:solidFill>
                  <a:srgbClr val="D1EFFF"/>
                </a:solidFill>
              </a:rPr>
              <a:t>  ex.: /DMO/CNTRY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</a:t>
            </a:r>
            <a:r>
              <a:rPr lang="en-US" sz="1000" dirty="0">
                <a:solidFill>
                  <a:srgbClr val="D1EFFF"/>
                </a:solidFill>
              </a:rPr>
              <a:t>  atividade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role</a:t>
            </a:r>
            <a:r>
              <a:rPr lang="en-US" sz="1000" dirty="0">
                <a:solidFill>
                  <a:srgbClr val="D1EFFF"/>
                </a:solidFill>
              </a:rPr>
              <a:t>  atribuição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CONCEITO · PEÇAS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objeto de autorização ao usuário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766423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Peça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Authorization field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aspecto a proteger, ligado a um data element (ex.: país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/DMO/CNTRY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Authorization object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Agrupa até 10 campos checados juntos (ex.: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/DMO/TRVL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ACTVT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 padrão de atividade: 01 criar, 02 alterar, 03 exibir, 06 apagar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Autorização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Valores concretos, ex.: país DE com atividade 03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Papel (role)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Reúne autorizações e é atribuído ao usuário (no Fiori: app </a:t>
                      </a:r>
                      <a:r>
                        <a:rPr lang="en-US" sz="1100" i="1" dirty="0">
                          <a:solidFill>
                            <a:srgbClr val="1D2D3E"/>
                          </a:solidFill>
                        </a:rPr>
                        <a:t>Maintain Business Roles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5604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95604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do RAP  </a:t>
            </a:r>
            <a:r>
              <a:rPr lang="en-US" sz="1200" b="1" dirty="0">
                <a:solidFill>
                  <a:srgbClr val="1D2D3E"/>
                </a:solidFill>
              </a:rPr>
              <a:t>access controls</a:t>
            </a:r>
            <a:r>
              <a:rPr lang="en-US" sz="1200" dirty="0">
                <a:solidFill>
                  <a:srgbClr val="1D2D3E"/>
                </a:solidFill>
              </a:rPr>
              <a:t> para leitura e </a:t>
            </a:r>
            <a:r>
              <a:rPr lang="en-US" sz="1200" b="1" dirty="0">
                <a:solidFill>
                  <a:srgbClr val="1D2D3E"/>
                </a:solidFill>
              </a:rPr>
              <a:t>AUTHORITY-CHECK</a:t>
            </a:r>
            <a:r>
              <a:rPr lang="en-US" sz="1200" dirty="0">
                <a:solidFill>
                  <a:srgbClr val="1D2D3E"/>
                </a:solidFill>
              </a:rPr>
              <a:t> (ou checagens de autorização do RAP) antes de mudar dados.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8406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Leitura com CDS access control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access control</a:t>
            </a:r>
            <a:r>
              <a:rPr lang="en-US" sz="1600" dirty="0">
                <a:solidFill>
                  <a:srgbClr val="D1EFFF"/>
                </a:solidFill>
              </a:rPr>
              <a:t> ligado a uma CDS view filtra o resultado de cada leitura pelas autorizações do usuário, de forma </a:t>
            </a:r>
            <a:r>
              <a:rPr lang="en-US" sz="1600" b="1" dirty="0">
                <a:solidFill>
                  <a:srgbClr val="D1EFFF"/>
                </a:solidFill>
              </a:rPr>
              <a:t>segura e eficiente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role</a:t>
            </a:r>
            <a:r>
              <a:rPr lang="en-US" sz="1000" dirty="0">
                <a:solidFill>
                  <a:srgbClr val="D1EFFF"/>
                </a:solidFill>
              </a:rPr>
              <a:t>  papel CDS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 pfcg_auth</a:t>
            </a:r>
            <a:r>
              <a:rPr lang="en-US" sz="1000" dirty="0">
                <a:solidFill>
                  <a:srgbClr val="D1EFFF"/>
                </a:solidFill>
              </a:rPr>
              <a:t>  liga à autorização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Ctrl+Shift+G</a:t>
            </a:r>
            <a:r>
              <a:rPr lang="en-US" sz="1000" dirty="0">
                <a:solidFill>
                  <a:srgbClr val="D1EFFF"/>
                </a:solidFill>
              </a:rPr>
              <a:t>  encontrar o DCL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DCLS/DL</a:t>
            </a:r>
            <a:r>
              <a:rPr lang="en-US" sz="1000" dirty="0">
                <a:solidFill>
                  <a:srgbClr val="D1EFFF"/>
                </a:solidFill>
              </a:rPr>
              <a:t>  tipo do objeto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DCL · O FILTRO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Só os aeroportos dos países autorizados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/dmo/i_airport.dcls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/DMO/FLIGHT_REUSE › Access Controls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'Access control for airports'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@MappingRole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/DMO/I_Airport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pfcg_auth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/DMO/TRVL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/DMO/CNTRY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Elemento × campo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CountryCode</a:t>
            </a:r>
            <a:r>
              <a:rPr lang="en-US" sz="1050" dirty="0">
                <a:solidFill>
                  <a:srgbClr val="556B82"/>
                </a:solidFill>
              </a:rPr>
              <a:t> da view é comparado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/DMO/CNTRY</a:t>
            </a:r>
            <a:r>
              <a:rPr lang="en-US" sz="1050" dirty="0">
                <a:solidFill>
                  <a:srgbClr val="556B82"/>
                </a:solidFill>
              </a:rPr>
              <a:t> das autorizações.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6746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6746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656332"/>
            <a:ext cx="336773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 = '03'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autorizações de exibição contam.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4747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456432"/>
            <a:ext cx="336773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No banco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filtro vira condição do SQL: só as linhas autorizadas são lidas.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2748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274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256532"/>
            <a:ext cx="336773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contorno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Toda leitura da view pelo ABAP SQL passa pelo filtro.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3218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3218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Encontrar o DCL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Ctrl+Shift+G</a:t>
            </a:r>
            <a:r>
              <a:rPr lang="en-US" sz="1200" dirty="0">
                <a:solidFill>
                  <a:srgbClr val="1D2D3E"/>
                </a:solidFill>
              </a:rPr>
              <a:t> sobre a view abre o where-used; filtre pelo tipo </a:t>
            </a:r>
            <a:r>
              <a:rPr lang="en-US" sz="1200" b="1" dirty="0">
                <a:solidFill>
                  <a:srgbClr val="1D2D3E"/>
                </a:solidFill>
              </a:rPr>
              <a:t>DCLS/DL</a:t>
            </a:r>
            <a:r>
              <a:rPr lang="en-US" sz="1200" dirty="0">
                <a:solidFill>
                  <a:srgbClr val="1D2D3E"/>
                </a:solidFill>
              </a:rPr>
              <a:t> para ver os access controls.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4178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Checagem explícita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600" dirty="0">
                <a:solidFill>
                  <a:srgbClr val="D1EFFF"/>
                </a:solidFill>
              </a:rPr>
              <a:t> pergunta se o usuário tem uma autorização. Ele </a:t>
            </a:r>
            <a:r>
              <a:rPr lang="en-US" sz="1600" b="1" dirty="0">
                <a:solidFill>
                  <a:srgbClr val="D1EFFF"/>
                </a:solidFill>
              </a:rPr>
              <a:t>não bloqueia nada</a:t>
            </a:r>
            <a:r>
              <a:rPr lang="en-US" sz="1600" dirty="0">
                <a:solidFill>
                  <a:srgbClr val="D1EFFF"/>
                </a:solidFill>
              </a:rPr>
              <a:t>: o código precisa agir conforme 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 OBJECT</a:t>
            </a:r>
            <a:r>
              <a:rPr lang="en-US" sz="1000" dirty="0">
                <a:solidFill>
                  <a:srgbClr val="D1EFFF"/>
                </a:solidFill>
              </a:rPr>
              <a:t>  a pergunta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… FIELD …</a:t>
            </a:r>
            <a:r>
              <a:rPr lang="en-US" sz="1000" dirty="0">
                <a:solidFill>
                  <a:srgbClr val="D1EFFF"/>
                </a:solidFill>
              </a:rPr>
              <a:t>  valores exigidos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000" dirty="0">
                <a:solidFill>
                  <a:srgbClr val="D1EFFF"/>
                </a:solidFill>
              </a:rPr>
              <a:t>  0 = autorizado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cx_abap_auth_check_exception</a:t>
            </a:r>
            <a:r>
              <a:rPr lang="en-US" sz="1000" dirty="0">
                <a:solidFill>
                  <a:srgbClr val="D1EFFF"/>
                </a:solidFill>
              </a:rPr>
              <a:t>  erro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AUTHORITY-CHECK · EXERCÍCIO OFICIAL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Distinguir "não existe" de "não autorizado"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16382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16382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zcl_06_solution.clas.locals_imp.abap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ZCL_06_SOLUTION › Local Types › lcl_carrier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Leitura pela view protegida: só volta o que o usuário pode ver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/lrn/i_carrier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Não veio: não existe ou não é autorizado?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'/LRN/CARR'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'/LRN/CARR'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'ACTVT'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cx_abap_auth_check_exception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View protegida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Trocar a tabela pela CDS view com DCL já esconde o que não é permitido.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Objeto, campos e valores exigidos; o resultado vai 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0 autorizado; qualquer outro valor, não autorizado ou objeto mal definido.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Mensagem certa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usuário sabe se o dado não existe ou se falta permissão.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AUTHORITY-CHECK · COMPARAÇÃO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CDS access control ou AUTHORITY-CHECK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2089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2089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952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89521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CDS access control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3529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Declarativo: definido uma vez, na view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Automático em toda leitura pelo ABAP SQL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Filtra no banco: nada a mais é lido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Ideal para </a:t>
            </a:r>
            <a:r>
              <a:rPr lang="en-US" sz="1350" b="1" dirty="0">
                <a:solidFill>
                  <a:srgbClr val="1D2D3E"/>
                </a:solidFill>
              </a:rPr>
              <a:t>leitura</a:t>
            </a:r>
            <a:r>
              <a:rPr lang="en-US" sz="1350" dirty="0">
                <a:solidFill>
                  <a:srgbClr val="1D2D3E"/>
                </a:solidFill>
              </a:rPr>
              <a:t> de listas e relatórios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2089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20899"/>
            <a:ext cx="5410048" cy="73152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8952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89521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AUTHORITY-CHECK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3529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Imperativo: escrito em cada ponto que precisa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informa; o código decide o que fazer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Não esconde dados por si só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Ideal antes de </a:t>
            </a:r>
            <a:r>
              <a:rPr lang="en-US" sz="1350" b="1" dirty="0">
                <a:solidFill>
                  <a:srgbClr val="1D2D3E"/>
                </a:solidFill>
              </a:rPr>
              <a:t>criar, alterar ou apagar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99580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99580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banco é acessado por um usuário técnico; quem protege os dados é o </a:t>
            </a:r>
            <a:r>
              <a:rPr lang="en-US" sz="1400" b="1" dirty="0">
                <a:solidFill>
                  <a:srgbClr val="FFFFFF"/>
                </a:solidFill>
              </a:rPr>
              <a:t>ABAP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Autorizações são valores para os campos de um </a:t>
            </a:r>
            <a:r>
              <a:rPr lang="en-US" sz="1400" b="1" dirty="0">
                <a:solidFill>
                  <a:srgbClr val="FFFFFF"/>
                </a:solidFill>
              </a:rPr>
              <a:t>objeto de autorização</a:t>
            </a:r>
            <a:r>
              <a:rPr lang="en-US" sz="1400" dirty="0">
                <a:solidFill>
                  <a:srgbClr val="FFFFFF"/>
                </a:solidFill>
              </a:rPr>
              <a:t>, entregues por papéis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CDS access controls</a:t>
            </a:r>
            <a:r>
              <a:rPr lang="en-US" sz="1400" dirty="0">
                <a:solidFill>
                  <a:srgbClr val="FFFFFF"/>
                </a:solidFill>
              </a:rPr>
              <a:t> filtram a leitura automaticamente, no banco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 pfcg_auth</a:t>
            </a:r>
            <a:r>
              <a:rPr lang="en-US" sz="1400" dirty="0">
                <a:solidFill>
                  <a:srgbClr val="FFFFFF"/>
                </a:solidFill>
              </a:rPr>
              <a:t> liga elementos da view às autorizações;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 = '03'</a:t>
            </a:r>
            <a:r>
              <a:rPr lang="en-US" sz="1400" dirty="0">
                <a:solidFill>
                  <a:srgbClr val="FFFFFF"/>
                </a:solidFill>
              </a:rPr>
              <a:t> é exibir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AUTHORITY-CHECK</a:t>
            </a:r>
            <a:r>
              <a:rPr lang="en-US" sz="1400" dirty="0">
                <a:solidFill>
                  <a:srgbClr val="FFFFFF"/>
                </a:solidFill>
              </a:rPr>
              <a:t> só informa via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400" dirty="0">
                <a:solidFill>
                  <a:srgbClr val="FFFFFF"/>
                </a:solidFill>
              </a:rPr>
              <a:t>: o código precisa reagir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DCL para ler e AUTHORITY-CHECK antes de mudar dados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04.07  </a:t>
            </a:r>
            <a:r>
              <a:rPr lang="en-US" sz="1500" dirty="0">
                <a:solidFill>
                  <a:srgbClr val="FFFFFF"/>
                </a:solidFill>
              </a:rPr>
              <a:t>OO eficaz: Herança, interfaces e factory methods.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04.06 Implementando verificações de autorização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2026-10-29T01:12:24Z</dcterms:created>
  <dcterms:modified xsi:type="dcterms:W3CDTF">2026-10-29T01:12:24Z</dcterms:modified>
</cp:coreProperties>
</file>