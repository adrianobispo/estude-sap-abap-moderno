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Excelência em ABAP: robustez, performance e design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02: as práticas que transformam código que funciona em código confiável, rápido e fácil de manter.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9 aulas neste módulo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Nove aulas, do teste à documentação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Deepening Your ABAP Programming Knowledge (S4D401)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9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qualidade, dados, segurança e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~23 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Carga do curso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lições e exercícios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Pré-requisito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módulo 01 deste guia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ele entra na jornada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 jornada </a:t>
            </a:r>
            <a:r>
              <a:rPr lang="en-US" sz="1200" b="1" dirty="0">
                <a:solidFill>
                  <a:srgbClr val="556B82"/>
                </a:solidFill>
              </a:rPr>
              <a:t>01 → 02 → 03 → 04</a:t>
            </a:r>
            <a:r>
              <a:rPr lang="en-US" sz="1200" dirty="0">
                <a:solidFill>
                  <a:srgbClr val="556B82"/>
                </a:solidFill>
              </a:rPr>
              <a:t>, este é o segundo módulo. Ele aprofunda a linguagem antes da modelagem de dados com Dicionário e CDS, que depende destes temas.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ATC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93762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93762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Unit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2326" y="397764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12326" y="397764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Profiler · SQL Trace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Code pushdown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98434" y="4416552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98434" y="4416552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Tabelas internas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422806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4228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Autorizações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7966" y="4855464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7966" y="4855464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OO · Exceções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0" y="4855464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0" y="4855464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ABAP Doc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02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Três pilares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aulas se agrupam em </a:t>
            </a:r>
            <a:r>
              <a:rPr lang="en-US" sz="1600" b="1" dirty="0">
                <a:solidFill>
                  <a:srgbClr val="D1EFFF"/>
                </a:solidFill>
              </a:rPr>
              <a:t>robustez</a:t>
            </a:r>
            <a:r>
              <a:rPr lang="en-US" sz="1600" dirty="0">
                <a:solidFill>
                  <a:srgbClr val="D1EFFF"/>
                </a:solidFill>
              </a:rPr>
              <a:t> (testes, tipos, exceções), </a:t>
            </a:r>
            <a:r>
              <a:rPr lang="en-US" sz="1600" b="1" dirty="0">
                <a:solidFill>
                  <a:srgbClr val="D1EFFF"/>
                </a:solidFill>
              </a:rPr>
              <a:t>performance</a:t>
            </a:r>
            <a:r>
              <a:rPr lang="en-US" sz="1600" dirty="0">
                <a:solidFill>
                  <a:srgbClr val="D1EFFF"/>
                </a:solidFill>
              </a:rPr>
              <a:t> (SQL e tabelas) e </a:t>
            </a:r>
            <a:r>
              <a:rPr lang="en-US" sz="1600" b="1" dirty="0">
                <a:solidFill>
                  <a:srgbClr val="D1EFFF"/>
                </a:solidFill>
              </a:rPr>
              <a:t>design</a:t>
            </a:r>
            <a:r>
              <a:rPr lang="en-US" sz="1600" dirty="0">
                <a:solidFill>
                  <a:srgbClr val="D1EFFF"/>
                </a:solidFill>
              </a:rPr>
              <a:t> (OO, segurança e documentação).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Robustez</a:t>
            </a:r>
            <a:r>
              <a:rPr lang="en-US" sz="1000" dirty="0">
                <a:solidFill>
                  <a:srgbClr val="D1EFFF"/>
                </a:solidFill>
              </a:rPr>
              <a:t>  02.01 · 02.02 · 02.08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r>
              <a:rPr lang="en-US" sz="1000" dirty="0">
                <a:solidFill>
                  <a:srgbClr val="D1EFFF"/>
                </a:solidFill>
              </a:rPr>
              <a:t>  02.04 · 02.05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r>
              <a:rPr lang="en-US" sz="1000" dirty="0">
                <a:solidFill>
                  <a:srgbClr val="D1EFFF"/>
                </a:solidFill>
              </a:rPr>
              <a:t>  02.03 · 02.06 · 02.07 · 02.09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PILARES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grupo de aulas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Robustez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ATC e testes ABAP Unit (02.01)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Tipos e conversões sem surpresas (02.02)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Exceções da aplicação (02.08)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Performance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Profiler e SQL Trace (02.01)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Code pushdown no ABAP SQL (02.04)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Tabelas sorted, hashed e chaves secundárias (02.05)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Design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Textos traduzíveis (02.03)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Autorizações (02.06)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Herança, interfaces e factories (02.07)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ABAP Doc (02.09)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14371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714371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71437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UM GOSTINHO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método curto que usa vários pilares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o projeto Pedidos de Compras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Saldo disponível (estoque menos reservas) de um 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@raising zcx_pc_msg | Item sem estoque disponível (mensagem 048)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saldo_disponivel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saldo_disponivel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iv_sku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zif_pc_msg=&gt;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item_sem_estoque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ABAP Doc · 02.09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contrato do método aparece 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Code pushdown · 02.04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subtração é feita no banco; só um número volta.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Autorização · 02.06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Com access control na view,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556B82"/>
                </a:solidFill>
              </a:rPr>
              <a:t> só devolve o permitido.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Exceção · 02.08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050" dirty="0">
                <a:solidFill>
                  <a:srgbClr val="556B82"/>
                </a:solidFill>
              </a:rPr>
              <a:t>, a exceção T100 do projeto, explica a falha.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Checar e testar o código com </a:t>
            </a:r>
            <a:r>
              <a:rPr lang="en-US" sz="1400" b="1" dirty="0">
                <a:solidFill>
                  <a:srgbClr val="FFFFFF"/>
                </a:solidFill>
              </a:rPr>
              <a:t>ATC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ABAP Unit</a:t>
            </a:r>
            <a:r>
              <a:rPr lang="en-US" sz="1400" dirty="0">
                <a:solidFill>
                  <a:srgbClr val="FFFFFF"/>
                </a:solidFill>
              </a:rPr>
              <a:t> e o </a:t>
            </a:r>
            <a:r>
              <a:rPr lang="en-US" sz="1400" b="1" dirty="0">
                <a:solidFill>
                  <a:srgbClr val="FFFFFF"/>
                </a:solidFill>
              </a:rPr>
              <a:t>Joule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Medir com </a:t>
            </a:r>
            <a:r>
              <a:rPr lang="en-US" sz="1400" b="1" dirty="0">
                <a:solidFill>
                  <a:srgbClr val="FFFFFF"/>
                </a:solidFill>
              </a:rPr>
              <a:t>ABAP Profiler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SQL Trace</a:t>
            </a:r>
            <a:r>
              <a:rPr lang="en-US" sz="1400" dirty="0">
                <a:solidFill>
                  <a:srgbClr val="FFFFFF"/>
                </a:solidFill>
              </a:rPr>
              <a:t> e escolher </a:t>
            </a:r>
            <a:r>
              <a:rPr lang="en-US" sz="1400" b="1" dirty="0">
                <a:solidFill>
                  <a:srgbClr val="FFFFFF"/>
                </a:solidFill>
              </a:rPr>
              <a:t>tipos</a:t>
            </a:r>
            <a:r>
              <a:rPr lang="en-US" sz="1400" dirty="0">
                <a:solidFill>
                  <a:srgbClr val="FFFFFF"/>
                </a:solidFill>
              </a:rPr>
              <a:t> sem armadilhas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Processar textos com funções, </a:t>
            </a:r>
            <a:r>
              <a:rPr lang="en-US" sz="1400" b="1" dirty="0">
                <a:solidFill>
                  <a:srgbClr val="FFFFFF"/>
                </a:solidFill>
              </a:rPr>
              <a:t>regex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text symbols</a:t>
            </a:r>
            <a:r>
              <a:rPr lang="en-US" sz="1400" dirty="0">
                <a:solidFill>
                  <a:srgbClr val="FFFFFF"/>
                </a:solidFill>
              </a:rPr>
              <a:t> traduzíveis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Levar cálculos ao banco e acelerar </a:t>
            </a:r>
            <a:r>
              <a:rPr lang="en-US" sz="1400" b="1" dirty="0">
                <a:solidFill>
                  <a:srgbClr val="FFFFFF"/>
                </a:solidFill>
              </a:rPr>
              <a:t>tabelas internas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Proteger dados com </a:t>
            </a:r>
            <a:r>
              <a:rPr lang="en-US" sz="1400" b="1" dirty="0">
                <a:solidFill>
                  <a:srgbClr val="FFFFFF"/>
                </a:solidFill>
              </a:rPr>
              <a:t>CDS access controls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AUTHORITY-CHECK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Projetar com </a:t>
            </a:r>
            <a:r>
              <a:rPr lang="en-US" sz="1400" b="1" dirty="0">
                <a:solidFill>
                  <a:srgbClr val="FFFFFF"/>
                </a:solidFill>
              </a:rPr>
              <a:t>herança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interfaces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exceções</a:t>
            </a:r>
            <a:r>
              <a:rPr lang="en-US" sz="1400" dirty="0">
                <a:solidFill>
                  <a:srgbClr val="FFFFFF"/>
                </a:solidFill>
              </a:rPr>
              <a:t> e documentar com </a:t>
            </a:r>
            <a:r>
              <a:rPr lang="en-US" sz="1400" b="1" dirty="0">
                <a:solidFill>
                  <a:srgbClr val="FFFFFF"/>
                </a:solidFill>
              </a:rPr>
              <a:t>ABAP Doc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02.01  </a:t>
            </a:r>
            <a:r>
              <a:rPr lang="en-US" sz="1500" dirty="0">
                <a:solidFill>
                  <a:srgbClr val="FFFFFF"/>
                </a:solidFill>
              </a:rPr>
              <a:t>Analisar e testar código: ATC, ABAP Unit, Profiling e SQL Trace.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02.00 Excelência em ABAP: robustez, performance e design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2026-10-29T13:30:12Z</dcterms:created>
  <dcterms:modified xsi:type="dcterms:W3CDTF">2026-10-29T13:30:12Z</dcterms:modified>
</cp:coreProperties>
</file>